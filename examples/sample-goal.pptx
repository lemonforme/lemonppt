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499951360447-b19be8fe80f5" ContentType="image/photo-1499951360447-b19be8fe80f5"/>
  <Default Extension="photo-1512314889357-e157c22f938d" ContentType="image/photo-1512314889357-e157c22f938d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用户增长趋势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1D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1200</c:v>
                </c:pt>
                <c:pt idx="1">
                  <c:v>2100</c:v>
                </c:pt>
                <c:pt idx="2">
                  <c:v>3400</c:v>
                </c:pt>
                <c:pt idx="3">
                  <c:v>4800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D1D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hoto-1499951360447-b19be8fe80f5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hoto-1512314889357-e157c22f938d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499951360447-b19be8fe80f5?w=1280&amp;q=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智能演示 · V0.1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lemonPPT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一句话生成可编辑的演示文稿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2026.07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目录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今天聊什么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54480" y="23774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产品定位与核心理念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32004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核心能力展示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40233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典型使用场景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4846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48463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下一步规划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效率提升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倍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371600" y="3749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相比传统手动排版，制作时间平均缩短 10 倍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核心能力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步生成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371600" y="3749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描述需求、选择主题、导出文件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数据洞察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用户增长趋势</a:t>
            </a:r>
            <a:endParaRPr lang="en-US" sz="4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2103120"/>
          <a:ext cx="76809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产品亮点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驱动的设计引擎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77240" y="2432304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2860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自动匹配版式与配色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3072384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9260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支持一键切换主题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3712464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5661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导出可编辑 PPTX</a:t>
            </a:r>
            <a:endParaRPr lang="en-US" sz="2000" dirty="0"/>
          </a:p>
        </p:txBody>
      </p:sp>
      <p:pic>
        <p:nvPicPr>
          <p:cNvPr id="10" name="Image 0" descr="https://images.unsplash.com/photo-1512314889357-e157c22f938d?w=1280&amp;q=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1371600"/>
            <a:ext cx="3657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适用场景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谁适合用 lemonPPT？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左栏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5488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右栏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2798064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651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创业者路演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3438144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2918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产品经理汇报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77240" y="4078224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9319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市场活动方案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800600" y="2798064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651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教育培训课件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00600" y="3438144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32918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技术分享讲座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00600" y="4078224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9319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年终总结报告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对比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传统方式 vs lemonPPT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传统方式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lemonPPT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77240" y="2889504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743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手动排版耗时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3529584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3832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设计门槛高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77240" y="4169664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0233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重复修改成本高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800600" y="2889504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743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自动排版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00600" y="3529584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33832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内置专业主题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00600" y="4169664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40233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可编辑 PPTX 导出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使用流程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从想法到成稿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2395728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95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22860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输入需求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63347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E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用自然语言描述你想表达的内容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310128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10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32004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生成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54787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E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 自动规划结构并选择版式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224528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24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41148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在线编辑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446227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E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在浏览器里调整文字、图片和主题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5138928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138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50292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导出文件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7667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E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一键导出 PPTX 或 PDF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SWOT 分析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365760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优势 Strengths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自动生成 + 可编辑，显著降低制作门槛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2286000"/>
            <a:ext cx="365760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劣势 Weaknesses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92040" y="27432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版式库仍在快速扩展中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365760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840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机会 Opportunities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42062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办公工具市场高速增长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3749040"/>
            <a:ext cx="365760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3840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威胁 Threats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42062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主流办公软件也在集成 AI 能力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PEST 分析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365760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政治 Political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政策鼓励 AI 创新与应用落地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2286000"/>
            <a:ext cx="365760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经济 Economic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92040" y="27432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企业降本增效需求强烈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365760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840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社会 Social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42062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远程办公推动在线协作工具普及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3749040"/>
            <a:ext cx="365760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3840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 Technological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42062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大模型与多模态能力持续进步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137160" cy="2560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“最好的 PPT 不是炫技，而是把想法清楚有力地传递出去。”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E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lemonPPT 团队 · 产品理念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D1D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开始创作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把你的想法变成高质量演示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lemonPPT 团队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251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hello@lemonppt.dev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www.lemonppt.dev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lemonPPT 产品发布</dc:title>
  <dc:subject>向早期用户介绍 lemonPPT 的核心能力和使用方式</dc:subject>
  <dc:creator>lemonPPT 团队</dc:creator>
  <cp:lastModifiedBy>lemonPPT 团队</cp:lastModifiedBy>
  <cp:revision>1</cp:revision>
  <dcterms:created xsi:type="dcterms:W3CDTF">2026-07-20T16:21:16Z</dcterms:created>
  <dcterms:modified xsi:type="dcterms:W3CDTF">2026-07-20T16:21:16Z</dcterms:modified>
</cp:coreProperties>
</file>