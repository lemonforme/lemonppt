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增长趋势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28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自动生成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助手产品发布会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由 lemonPPT 根据您的描述生成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目录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内容概览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23774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核心要点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32004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关键数据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40233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实施流程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48463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展望未来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核心要点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本次分享的重点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左栏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右栏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79806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51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主题：AI 助手产品发布会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343814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91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结构清晰，重点突出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00600" y="279806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651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支持多主题切换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00600" y="343814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3291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导出可编辑 PPTX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倍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371600" y="3749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 lemonPPT 自动生成演示文稿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流程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三步完成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2395728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2860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描述需求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63347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用自然语言输入 PPT 主题与重点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310128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32004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生成内容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54787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自动规划页面并填充文案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224528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41148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导出演示文稿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446227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支持 PPTX、PDF 与 HTML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数据洞察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增长趋势</a:t>
            </a:r>
            <a:endParaRPr lang="en-US" sz="4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2103120"/>
          <a:ext cx="76809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137160" cy="2560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“好的演示文稿不是信息的堆砌，而是观点的提炼。”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lemonPPT · 设计原则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开始创作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 lemonPPT 把你的想法变成演示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lemonPPT 团队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hello@lemonppt.dev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https://lemonppt.dev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助手产品发布会</dc:title>
  <dc:subject>PptxGenJS Presentation</dc:subject>
  <dc:creator>PptxGenJS</dc:creator>
  <cp:lastModifiedBy>PptxGenJS</cp:lastModifiedBy>
  <cp:revision>1</cp:revision>
  <dcterms:created xsi:type="dcterms:W3CDTF">2026-07-19T17:13:41Z</dcterms:created>
  <dcterms:modified xsi:type="dcterms:W3CDTF">2026-07-19T17:13:41Z</dcterms:modified>
</cp:coreProperties>
</file>